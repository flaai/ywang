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8432463" cy="103679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F1F63"/>
    <a:srgbClr val="0032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21" autoAdjust="0"/>
    <p:restoredTop sz="94660"/>
  </p:normalViewPr>
  <p:slideViewPr>
    <p:cSldViewPr snapToGrid="0">
      <p:cViewPr varScale="1">
        <p:scale>
          <a:sx n="54" d="100"/>
          <a:sy n="54" d="100"/>
        </p:scale>
        <p:origin x="439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04058" y="1696795"/>
            <a:ext cx="13824347" cy="3609587"/>
          </a:xfrm>
        </p:spPr>
        <p:txBody>
          <a:bodyPr anchor="b"/>
          <a:lstStyle>
            <a:lvl1pPr algn="ctr">
              <a:defRPr sz="907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04058" y="5445581"/>
            <a:ext cx="13824347" cy="2503190"/>
          </a:xfrm>
        </p:spPr>
        <p:txBody>
          <a:bodyPr/>
          <a:lstStyle>
            <a:lvl1pPr marL="0" indent="0" algn="ctr">
              <a:buNone/>
              <a:defRPr sz="3628"/>
            </a:lvl1pPr>
            <a:lvl2pPr marL="691195" indent="0" algn="ctr">
              <a:buNone/>
              <a:defRPr sz="3024"/>
            </a:lvl2pPr>
            <a:lvl3pPr marL="1382390" indent="0" algn="ctr">
              <a:buNone/>
              <a:defRPr sz="2721"/>
            </a:lvl3pPr>
            <a:lvl4pPr marL="2073585" indent="0" algn="ctr">
              <a:buNone/>
              <a:defRPr sz="2419"/>
            </a:lvl4pPr>
            <a:lvl5pPr marL="2764780" indent="0" algn="ctr">
              <a:buNone/>
              <a:defRPr sz="2419"/>
            </a:lvl5pPr>
            <a:lvl6pPr marL="3455975" indent="0" algn="ctr">
              <a:buNone/>
              <a:defRPr sz="2419"/>
            </a:lvl6pPr>
            <a:lvl7pPr marL="4147170" indent="0" algn="ctr">
              <a:buNone/>
              <a:defRPr sz="2419"/>
            </a:lvl7pPr>
            <a:lvl8pPr marL="4838365" indent="0" algn="ctr">
              <a:buNone/>
              <a:defRPr sz="2419"/>
            </a:lvl8pPr>
            <a:lvl9pPr marL="5529560" indent="0" algn="ctr">
              <a:buNone/>
              <a:defRPr sz="2419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BD868-9011-41B7-8C01-D8465485D875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7578D-586C-4BEC-872D-385BCC1CAB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0869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BD868-9011-41B7-8C01-D8465485D875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7578D-586C-4BEC-872D-385BCC1CAB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2347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632" y="2584792"/>
            <a:ext cx="15897999" cy="4312784"/>
          </a:xfrm>
        </p:spPr>
        <p:txBody>
          <a:bodyPr anchor="b"/>
          <a:lstStyle>
            <a:lvl1pPr>
              <a:defRPr sz="907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632" y="6938377"/>
            <a:ext cx="15897999" cy="2267991"/>
          </a:xfrm>
        </p:spPr>
        <p:txBody>
          <a:bodyPr/>
          <a:lstStyle>
            <a:lvl1pPr marL="0" indent="0">
              <a:buNone/>
              <a:defRPr sz="3628">
                <a:solidFill>
                  <a:schemeClr val="tx1">
                    <a:tint val="75000"/>
                  </a:schemeClr>
                </a:solidFill>
              </a:defRPr>
            </a:lvl1pPr>
            <a:lvl2pPr marL="691195" indent="0">
              <a:buNone/>
              <a:defRPr sz="3024">
                <a:solidFill>
                  <a:schemeClr val="tx1">
                    <a:tint val="75000"/>
                  </a:schemeClr>
                </a:solidFill>
              </a:defRPr>
            </a:lvl2pPr>
            <a:lvl3pPr marL="1382390" indent="0">
              <a:buNone/>
              <a:defRPr sz="2721">
                <a:solidFill>
                  <a:schemeClr val="tx1">
                    <a:tint val="75000"/>
                  </a:schemeClr>
                </a:solidFill>
              </a:defRPr>
            </a:lvl3pPr>
            <a:lvl4pPr marL="2073585" indent="0">
              <a:buNone/>
              <a:defRPr sz="2419">
                <a:solidFill>
                  <a:schemeClr val="tx1">
                    <a:tint val="75000"/>
                  </a:schemeClr>
                </a:solidFill>
              </a:defRPr>
            </a:lvl4pPr>
            <a:lvl5pPr marL="2764780" indent="0">
              <a:buNone/>
              <a:defRPr sz="2419">
                <a:solidFill>
                  <a:schemeClr val="tx1">
                    <a:tint val="75000"/>
                  </a:schemeClr>
                </a:solidFill>
              </a:defRPr>
            </a:lvl5pPr>
            <a:lvl6pPr marL="3455975" indent="0">
              <a:buNone/>
              <a:defRPr sz="2419">
                <a:solidFill>
                  <a:schemeClr val="tx1">
                    <a:tint val="75000"/>
                  </a:schemeClr>
                </a:solidFill>
              </a:defRPr>
            </a:lvl6pPr>
            <a:lvl7pPr marL="4147170" indent="0">
              <a:buNone/>
              <a:defRPr sz="2419">
                <a:solidFill>
                  <a:schemeClr val="tx1">
                    <a:tint val="75000"/>
                  </a:schemeClr>
                </a:solidFill>
              </a:defRPr>
            </a:lvl7pPr>
            <a:lvl8pPr marL="4838365" indent="0">
              <a:buNone/>
              <a:defRPr sz="2419">
                <a:solidFill>
                  <a:schemeClr val="tx1">
                    <a:tint val="75000"/>
                  </a:schemeClr>
                </a:solidFill>
              </a:defRPr>
            </a:lvl8pPr>
            <a:lvl9pPr marL="5529560" indent="0">
              <a:buNone/>
              <a:defRPr sz="241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BD868-9011-41B7-8C01-D8465485D875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7578D-586C-4BEC-872D-385BCC1CAB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6874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7232" y="2759990"/>
            <a:ext cx="7833797" cy="657837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331434" y="2759990"/>
            <a:ext cx="7833797" cy="657837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BD868-9011-41B7-8C01-D8465485D875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7578D-586C-4BEC-872D-385BCC1CAB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5596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9633" y="551999"/>
            <a:ext cx="15897999" cy="200399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9633" y="2541592"/>
            <a:ext cx="7797795" cy="1245595"/>
          </a:xfrm>
        </p:spPr>
        <p:txBody>
          <a:bodyPr anchor="b"/>
          <a:lstStyle>
            <a:lvl1pPr marL="0" indent="0">
              <a:buNone/>
              <a:defRPr sz="3628" b="1"/>
            </a:lvl1pPr>
            <a:lvl2pPr marL="691195" indent="0">
              <a:buNone/>
              <a:defRPr sz="3024" b="1"/>
            </a:lvl2pPr>
            <a:lvl3pPr marL="1382390" indent="0">
              <a:buNone/>
              <a:defRPr sz="2721" b="1"/>
            </a:lvl3pPr>
            <a:lvl4pPr marL="2073585" indent="0">
              <a:buNone/>
              <a:defRPr sz="2419" b="1"/>
            </a:lvl4pPr>
            <a:lvl5pPr marL="2764780" indent="0">
              <a:buNone/>
              <a:defRPr sz="2419" b="1"/>
            </a:lvl5pPr>
            <a:lvl6pPr marL="3455975" indent="0">
              <a:buNone/>
              <a:defRPr sz="2419" b="1"/>
            </a:lvl6pPr>
            <a:lvl7pPr marL="4147170" indent="0">
              <a:buNone/>
              <a:defRPr sz="2419" b="1"/>
            </a:lvl7pPr>
            <a:lvl8pPr marL="4838365" indent="0">
              <a:buNone/>
              <a:defRPr sz="2419" b="1"/>
            </a:lvl8pPr>
            <a:lvl9pPr marL="5529560" indent="0">
              <a:buNone/>
              <a:defRPr sz="241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9633" y="3787186"/>
            <a:ext cx="7797795" cy="557038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331434" y="2541592"/>
            <a:ext cx="7836198" cy="1245595"/>
          </a:xfrm>
        </p:spPr>
        <p:txBody>
          <a:bodyPr anchor="b"/>
          <a:lstStyle>
            <a:lvl1pPr marL="0" indent="0">
              <a:buNone/>
              <a:defRPr sz="3628" b="1"/>
            </a:lvl1pPr>
            <a:lvl2pPr marL="691195" indent="0">
              <a:buNone/>
              <a:defRPr sz="3024" b="1"/>
            </a:lvl2pPr>
            <a:lvl3pPr marL="1382390" indent="0">
              <a:buNone/>
              <a:defRPr sz="2721" b="1"/>
            </a:lvl3pPr>
            <a:lvl4pPr marL="2073585" indent="0">
              <a:buNone/>
              <a:defRPr sz="2419" b="1"/>
            </a:lvl4pPr>
            <a:lvl5pPr marL="2764780" indent="0">
              <a:buNone/>
              <a:defRPr sz="2419" b="1"/>
            </a:lvl5pPr>
            <a:lvl6pPr marL="3455975" indent="0">
              <a:buNone/>
              <a:defRPr sz="2419" b="1"/>
            </a:lvl6pPr>
            <a:lvl7pPr marL="4147170" indent="0">
              <a:buNone/>
              <a:defRPr sz="2419" b="1"/>
            </a:lvl7pPr>
            <a:lvl8pPr marL="4838365" indent="0">
              <a:buNone/>
              <a:defRPr sz="2419" b="1"/>
            </a:lvl8pPr>
            <a:lvl9pPr marL="5529560" indent="0">
              <a:buNone/>
              <a:defRPr sz="241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331434" y="3787186"/>
            <a:ext cx="7836198" cy="557038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BD868-9011-41B7-8C01-D8465485D875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7578D-586C-4BEC-872D-385BCC1CAB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2433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BD868-9011-41B7-8C01-D8465485D875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7578D-586C-4BEC-872D-385BCC1CAB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3073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BD868-9011-41B7-8C01-D8465485D875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7578D-586C-4BEC-872D-385BCC1CAB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277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9633" y="691198"/>
            <a:ext cx="5944949" cy="2419191"/>
          </a:xfrm>
        </p:spPr>
        <p:txBody>
          <a:bodyPr anchor="b"/>
          <a:lstStyle>
            <a:lvl1pPr>
              <a:defRPr sz="483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6198" y="1492795"/>
            <a:ext cx="9331434" cy="7367974"/>
          </a:xfrm>
        </p:spPr>
        <p:txBody>
          <a:bodyPr/>
          <a:lstStyle>
            <a:lvl1pPr>
              <a:defRPr sz="4838"/>
            </a:lvl1pPr>
            <a:lvl2pPr>
              <a:defRPr sz="4233"/>
            </a:lvl2pPr>
            <a:lvl3pPr>
              <a:defRPr sz="3628"/>
            </a:lvl3pPr>
            <a:lvl4pPr>
              <a:defRPr sz="3024"/>
            </a:lvl4pPr>
            <a:lvl5pPr>
              <a:defRPr sz="3024"/>
            </a:lvl5pPr>
            <a:lvl6pPr>
              <a:defRPr sz="3024"/>
            </a:lvl6pPr>
            <a:lvl7pPr>
              <a:defRPr sz="3024"/>
            </a:lvl7pPr>
            <a:lvl8pPr>
              <a:defRPr sz="3024"/>
            </a:lvl8pPr>
            <a:lvl9pPr>
              <a:defRPr sz="3024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69633" y="3110389"/>
            <a:ext cx="5944949" cy="5762380"/>
          </a:xfrm>
        </p:spPr>
        <p:txBody>
          <a:bodyPr/>
          <a:lstStyle>
            <a:lvl1pPr marL="0" indent="0">
              <a:buNone/>
              <a:defRPr sz="2419"/>
            </a:lvl1pPr>
            <a:lvl2pPr marL="691195" indent="0">
              <a:buNone/>
              <a:defRPr sz="2117"/>
            </a:lvl2pPr>
            <a:lvl3pPr marL="1382390" indent="0">
              <a:buNone/>
              <a:defRPr sz="1814"/>
            </a:lvl3pPr>
            <a:lvl4pPr marL="2073585" indent="0">
              <a:buNone/>
              <a:defRPr sz="1512"/>
            </a:lvl4pPr>
            <a:lvl5pPr marL="2764780" indent="0">
              <a:buNone/>
              <a:defRPr sz="1512"/>
            </a:lvl5pPr>
            <a:lvl6pPr marL="3455975" indent="0">
              <a:buNone/>
              <a:defRPr sz="1512"/>
            </a:lvl6pPr>
            <a:lvl7pPr marL="4147170" indent="0">
              <a:buNone/>
              <a:defRPr sz="1512"/>
            </a:lvl7pPr>
            <a:lvl8pPr marL="4838365" indent="0">
              <a:buNone/>
              <a:defRPr sz="1512"/>
            </a:lvl8pPr>
            <a:lvl9pPr marL="5529560" indent="0">
              <a:buNone/>
              <a:defRPr sz="151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BD868-9011-41B7-8C01-D8465485D875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7578D-586C-4BEC-872D-385BCC1CAB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099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9633" y="691198"/>
            <a:ext cx="5944949" cy="2419191"/>
          </a:xfrm>
        </p:spPr>
        <p:txBody>
          <a:bodyPr anchor="b"/>
          <a:lstStyle>
            <a:lvl1pPr>
              <a:defRPr sz="483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36198" y="1492795"/>
            <a:ext cx="9331434" cy="7367974"/>
          </a:xfrm>
        </p:spPr>
        <p:txBody>
          <a:bodyPr anchor="t"/>
          <a:lstStyle>
            <a:lvl1pPr marL="0" indent="0">
              <a:buNone/>
              <a:defRPr sz="4838"/>
            </a:lvl1pPr>
            <a:lvl2pPr marL="691195" indent="0">
              <a:buNone/>
              <a:defRPr sz="4233"/>
            </a:lvl2pPr>
            <a:lvl3pPr marL="1382390" indent="0">
              <a:buNone/>
              <a:defRPr sz="3628"/>
            </a:lvl3pPr>
            <a:lvl4pPr marL="2073585" indent="0">
              <a:buNone/>
              <a:defRPr sz="3024"/>
            </a:lvl4pPr>
            <a:lvl5pPr marL="2764780" indent="0">
              <a:buNone/>
              <a:defRPr sz="3024"/>
            </a:lvl5pPr>
            <a:lvl6pPr marL="3455975" indent="0">
              <a:buNone/>
              <a:defRPr sz="3024"/>
            </a:lvl6pPr>
            <a:lvl7pPr marL="4147170" indent="0">
              <a:buNone/>
              <a:defRPr sz="3024"/>
            </a:lvl7pPr>
            <a:lvl8pPr marL="4838365" indent="0">
              <a:buNone/>
              <a:defRPr sz="3024"/>
            </a:lvl8pPr>
            <a:lvl9pPr marL="5529560" indent="0">
              <a:buNone/>
              <a:defRPr sz="3024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69633" y="3110389"/>
            <a:ext cx="5944949" cy="5762380"/>
          </a:xfrm>
        </p:spPr>
        <p:txBody>
          <a:bodyPr/>
          <a:lstStyle>
            <a:lvl1pPr marL="0" indent="0">
              <a:buNone/>
              <a:defRPr sz="2419"/>
            </a:lvl1pPr>
            <a:lvl2pPr marL="691195" indent="0">
              <a:buNone/>
              <a:defRPr sz="2117"/>
            </a:lvl2pPr>
            <a:lvl3pPr marL="1382390" indent="0">
              <a:buNone/>
              <a:defRPr sz="1814"/>
            </a:lvl3pPr>
            <a:lvl4pPr marL="2073585" indent="0">
              <a:buNone/>
              <a:defRPr sz="1512"/>
            </a:lvl4pPr>
            <a:lvl5pPr marL="2764780" indent="0">
              <a:buNone/>
              <a:defRPr sz="1512"/>
            </a:lvl5pPr>
            <a:lvl6pPr marL="3455975" indent="0">
              <a:buNone/>
              <a:defRPr sz="1512"/>
            </a:lvl6pPr>
            <a:lvl7pPr marL="4147170" indent="0">
              <a:buNone/>
              <a:defRPr sz="1512"/>
            </a:lvl7pPr>
            <a:lvl8pPr marL="4838365" indent="0">
              <a:buNone/>
              <a:defRPr sz="1512"/>
            </a:lvl8pPr>
            <a:lvl9pPr marL="5529560" indent="0">
              <a:buNone/>
              <a:defRPr sz="151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BD868-9011-41B7-8C01-D8465485D875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7578D-586C-4BEC-872D-385BCC1CAB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8111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BD868-9011-41B7-8C01-D8465485D875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7578D-586C-4BEC-872D-385BCC1CAB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869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190731" y="551998"/>
            <a:ext cx="3974500" cy="878636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67232" y="551998"/>
            <a:ext cx="11693094" cy="878636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BD868-9011-41B7-8C01-D8465485D875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7578D-586C-4BEC-872D-385BCC1CAB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6840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7232" y="551999"/>
            <a:ext cx="15897999" cy="20039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7232" y="2759990"/>
            <a:ext cx="15897999" cy="65783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67232" y="9609566"/>
            <a:ext cx="4147304" cy="5519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1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1BD868-9011-41B7-8C01-D8465485D875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105754" y="9609566"/>
            <a:ext cx="6220956" cy="5519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1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017927" y="9609566"/>
            <a:ext cx="4147304" cy="5519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1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C7578D-586C-4BEC-872D-385BCC1CAB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9394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82390" rtl="0" eaLnBrk="1" latinLnBrk="0" hangingPunct="1">
        <a:lnSpc>
          <a:spcPct val="90000"/>
        </a:lnSpc>
        <a:spcBef>
          <a:spcPct val="0"/>
        </a:spcBef>
        <a:buNone/>
        <a:defRPr sz="665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5597" indent="-345597" algn="l" defTabSz="1382390" rtl="0" eaLnBrk="1" latinLnBrk="0" hangingPunct="1">
        <a:lnSpc>
          <a:spcPct val="90000"/>
        </a:lnSpc>
        <a:spcBef>
          <a:spcPts val="1512"/>
        </a:spcBef>
        <a:buFont typeface="Arial" panose="020B0604020202020204" pitchFamily="34" charset="0"/>
        <a:buChar char="•"/>
        <a:defRPr sz="4233" kern="1200">
          <a:solidFill>
            <a:schemeClr val="tx1"/>
          </a:solidFill>
          <a:latin typeface="+mn-lt"/>
          <a:ea typeface="+mn-ea"/>
          <a:cs typeface="+mn-cs"/>
        </a:defRPr>
      </a:lvl1pPr>
      <a:lvl2pPr marL="1036792" indent="-345597" algn="l" defTabSz="1382390" rtl="0" eaLnBrk="1" latinLnBrk="0" hangingPunct="1">
        <a:lnSpc>
          <a:spcPct val="90000"/>
        </a:lnSpc>
        <a:spcBef>
          <a:spcPts val="756"/>
        </a:spcBef>
        <a:buFont typeface="Arial" panose="020B0604020202020204" pitchFamily="34" charset="0"/>
        <a:buChar char="•"/>
        <a:defRPr sz="3628" kern="1200">
          <a:solidFill>
            <a:schemeClr val="tx1"/>
          </a:solidFill>
          <a:latin typeface="+mn-lt"/>
          <a:ea typeface="+mn-ea"/>
          <a:cs typeface="+mn-cs"/>
        </a:defRPr>
      </a:lvl2pPr>
      <a:lvl3pPr marL="1727987" indent="-345597" algn="l" defTabSz="1382390" rtl="0" eaLnBrk="1" latinLnBrk="0" hangingPunct="1">
        <a:lnSpc>
          <a:spcPct val="90000"/>
        </a:lnSpc>
        <a:spcBef>
          <a:spcPts val="756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3pPr>
      <a:lvl4pPr marL="2419182" indent="-345597" algn="l" defTabSz="1382390" rtl="0" eaLnBrk="1" latinLnBrk="0" hangingPunct="1">
        <a:lnSpc>
          <a:spcPct val="90000"/>
        </a:lnSpc>
        <a:spcBef>
          <a:spcPts val="756"/>
        </a:spcBef>
        <a:buFont typeface="Arial" panose="020B0604020202020204" pitchFamily="34" charset="0"/>
        <a:buChar char="•"/>
        <a:defRPr sz="2721" kern="1200">
          <a:solidFill>
            <a:schemeClr val="tx1"/>
          </a:solidFill>
          <a:latin typeface="+mn-lt"/>
          <a:ea typeface="+mn-ea"/>
          <a:cs typeface="+mn-cs"/>
        </a:defRPr>
      </a:lvl4pPr>
      <a:lvl5pPr marL="3110377" indent="-345597" algn="l" defTabSz="1382390" rtl="0" eaLnBrk="1" latinLnBrk="0" hangingPunct="1">
        <a:lnSpc>
          <a:spcPct val="90000"/>
        </a:lnSpc>
        <a:spcBef>
          <a:spcPts val="756"/>
        </a:spcBef>
        <a:buFont typeface="Arial" panose="020B0604020202020204" pitchFamily="34" charset="0"/>
        <a:buChar char="•"/>
        <a:defRPr sz="2721" kern="1200">
          <a:solidFill>
            <a:schemeClr val="tx1"/>
          </a:solidFill>
          <a:latin typeface="+mn-lt"/>
          <a:ea typeface="+mn-ea"/>
          <a:cs typeface="+mn-cs"/>
        </a:defRPr>
      </a:lvl5pPr>
      <a:lvl6pPr marL="3801572" indent="-345597" algn="l" defTabSz="1382390" rtl="0" eaLnBrk="1" latinLnBrk="0" hangingPunct="1">
        <a:lnSpc>
          <a:spcPct val="90000"/>
        </a:lnSpc>
        <a:spcBef>
          <a:spcPts val="756"/>
        </a:spcBef>
        <a:buFont typeface="Arial" panose="020B0604020202020204" pitchFamily="34" charset="0"/>
        <a:buChar char="•"/>
        <a:defRPr sz="2721" kern="1200">
          <a:solidFill>
            <a:schemeClr val="tx1"/>
          </a:solidFill>
          <a:latin typeface="+mn-lt"/>
          <a:ea typeface="+mn-ea"/>
          <a:cs typeface="+mn-cs"/>
        </a:defRPr>
      </a:lvl6pPr>
      <a:lvl7pPr marL="4492767" indent="-345597" algn="l" defTabSz="1382390" rtl="0" eaLnBrk="1" latinLnBrk="0" hangingPunct="1">
        <a:lnSpc>
          <a:spcPct val="90000"/>
        </a:lnSpc>
        <a:spcBef>
          <a:spcPts val="756"/>
        </a:spcBef>
        <a:buFont typeface="Arial" panose="020B0604020202020204" pitchFamily="34" charset="0"/>
        <a:buChar char="•"/>
        <a:defRPr sz="2721" kern="1200">
          <a:solidFill>
            <a:schemeClr val="tx1"/>
          </a:solidFill>
          <a:latin typeface="+mn-lt"/>
          <a:ea typeface="+mn-ea"/>
          <a:cs typeface="+mn-cs"/>
        </a:defRPr>
      </a:lvl7pPr>
      <a:lvl8pPr marL="5183962" indent="-345597" algn="l" defTabSz="1382390" rtl="0" eaLnBrk="1" latinLnBrk="0" hangingPunct="1">
        <a:lnSpc>
          <a:spcPct val="90000"/>
        </a:lnSpc>
        <a:spcBef>
          <a:spcPts val="756"/>
        </a:spcBef>
        <a:buFont typeface="Arial" panose="020B0604020202020204" pitchFamily="34" charset="0"/>
        <a:buChar char="•"/>
        <a:defRPr sz="2721" kern="1200">
          <a:solidFill>
            <a:schemeClr val="tx1"/>
          </a:solidFill>
          <a:latin typeface="+mn-lt"/>
          <a:ea typeface="+mn-ea"/>
          <a:cs typeface="+mn-cs"/>
        </a:defRPr>
      </a:lvl8pPr>
      <a:lvl9pPr marL="5875157" indent="-345597" algn="l" defTabSz="1382390" rtl="0" eaLnBrk="1" latinLnBrk="0" hangingPunct="1">
        <a:lnSpc>
          <a:spcPct val="90000"/>
        </a:lnSpc>
        <a:spcBef>
          <a:spcPts val="756"/>
        </a:spcBef>
        <a:buFont typeface="Arial" panose="020B0604020202020204" pitchFamily="34" charset="0"/>
        <a:buChar char="•"/>
        <a:defRPr sz="272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82390" rtl="0" eaLnBrk="1" latinLnBrk="0" hangingPunct="1">
        <a:defRPr sz="2721" kern="1200">
          <a:solidFill>
            <a:schemeClr val="tx1"/>
          </a:solidFill>
          <a:latin typeface="+mn-lt"/>
          <a:ea typeface="+mn-ea"/>
          <a:cs typeface="+mn-cs"/>
        </a:defRPr>
      </a:lvl1pPr>
      <a:lvl2pPr marL="691195" algn="l" defTabSz="1382390" rtl="0" eaLnBrk="1" latinLnBrk="0" hangingPunct="1">
        <a:defRPr sz="2721" kern="1200">
          <a:solidFill>
            <a:schemeClr val="tx1"/>
          </a:solidFill>
          <a:latin typeface="+mn-lt"/>
          <a:ea typeface="+mn-ea"/>
          <a:cs typeface="+mn-cs"/>
        </a:defRPr>
      </a:lvl2pPr>
      <a:lvl3pPr marL="1382390" algn="l" defTabSz="1382390" rtl="0" eaLnBrk="1" latinLnBrk="0" hangingPunct="1">
        <a:defRPr sz="2721" kern="1200">
          <a:solidFill>
            <a:schemeClr val="tx1"/>
          </a:solidFill>
          <a:latin typeface="+mn-lt"/>
          <a:ea typeface="+mn-ea"/>
          <a:cs typeface="+mn-cs"/>
        </a:defRPr>
      </a:lvl3pPr>
      <a:lvl4pPr marL="2073585" algn="l" defTabSz="1382390" rtl="0" eaLnBrk="1" latinLnBrk="0" hangingPunct="1">
        <a:defRPr sz="2721" kern="1200">
          <a:solidFill>
            <a:schemeClr val="tx1"/>
          </a:solidFill>
          <a:latin typeface="+mn-lt"/>
          <a:ea typeface="+mn-ea"/>
          <a:cs typeface="+mn-cs"/>
        </a:defRPr>
      </a:lvl4pPr>
      <a:lvl5pPr marL="2764780" algn="l" defTabSz="1382390" rtl="0" eaLnBrk="1" latinLnBrk="0" hangingPunct="1">
        <a:defRPr sz="2721" kern="1200">
          <a:solidFill>
            <a:schemeClr val="tx1"/>
          </a:solidFill>
          <a:latin typeface="+mn-lt"/>
          <a:ea typeface="+mn-ea"/>
          <a:cs typeface="+mn-cs"/>
        </a:defRPr>
      </a:lvl5pPr>
      <a:lvl6pPr marL="3455975" algn="l" defTabSz="1382390" rtl="0" eaLnBrk="1" latinLnBrk="0" hangingPunct="1">
        <a:defRPr sz="2721" kern="1200">
          <a:solidFill>
            <a:schemeClr val="tx1"/>
          </a:solidFill>
          <a:latin typeface="+mn-lt"/>
          <a:ea typeface="+mn-ea"/>
          <a:cs typeface="+mn-cs"/>
        </a:defRPr>
      </a:lvl6pPr>
      <a:lvl7pPr marL="4147170" algn="l" defTabSz="1382390" rtl="0" eaLnBrk="1" latinLnBrk="0" hangingPunct="1">
        <a:defRPr sz="2721" kern="1200">
          <a:solidFill>
            <a:schemeClr val="tx1"/>
          </a:solidFill>
          <a:latin typeface="+mn-lt"/>
          <a:ea typeface="+mn-ea"/>
          <a:cs typeface="+mn-cs"/>
        </a:defRPr>
      </a:lvl7pPr>
      <a:lvl8pPr marL="4838365" algn="l" defTabSz="1382390" rtl="0" eaLnBrk="1" latinLnBrk="0" hangingPunct="1">
        <a:defRPr sz="2721" kern="1200">
          <a:solidFill>
            <a:schemeClr val="tx1"/>
          </a:solidFill>
          <a:latin typeface="+mn-lt"/>
          <a:ea typeface="+mn-ea"/>
          <a:cs typeface="+mn-cs"/>
        </a:defRPr>
      </a:lvl8pPr>
      <a:lvl9pPr marL="5529560" algn="l" defTabSz="1382390" rtl="0" eaLnBrk="1" latinLnBrk="0" hangingPunct="1">
        <a:defRPr sz="272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008911DE-E9FB-1D79-EB21-1A1C1117279C}"/>
              </a:ext>
            </a:extLst>
          </p:cNvPr>
          <p:cNvSpPr/>
          <p:nvPr/>
        </p:nvSpPr>
        <p:spPr>
          <a:xfrm>
            <a:off x="281970" y="1622191"/>
            <a:ext cx="9365542" cy="34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Comic Sans MS" panose="030F0702030302020204" pitchFamily="66" charset="0"/>
              </a:rPr>
              <a:t>Introduction</a:t>
            </a:r>
            <a:endParaRPr lang="zh-CN" altLang="en-US" sz="1900" b="1" dirty="0">
              <a:latin typeface="Comic Sans MS" panose="030F0702030302020204" pitchFamily="66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1FA8220-F7C1-BBD1-6570-81F7527ED307}"/>
              </a:ext>
            </a:extLst>
          </p:cNvPr>
          <p:cNvSpPr txBox="1"/>
          <p:nvPr/>
        </p:nvSpPr>
        <p:spPr>
          <a:xfrm>
            <a:off x="1" y="157743"/>
            <a:ext cx="18247359" cy="122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</a:pPr>
            <a:r>
              <a:rPr lang="zh-CN" altLang="zh-CN" sz="1900" b="1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Acoustic Interference: A </a:t>
            </a:r>
            <a:r>
              <a:rPr lang="zh-CN" altLang="zh-CN" sz="1900" b="1" dirty="0">
                <a:solidFill>
                  <a:srgbClr val="C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New</a:t>
            </a:r>
            <a:r>
              <a:rPr lang="zh-CN" altLang="zh-CN" sz="1900" b="1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zh-CN" altLang="zh-CN" sz="1900" b="1" dirty="0">
                <a:solidFill>
                  <a:srgbClr val="C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Paradigm</a:t>
            </a:r>
            <a:r>
              <a:rPr lang="zh-CN" altLang="zh-CN" sz="1900" b="1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Weaponizing Acoustic Latent Semantic </a:t>
            </a:r>
            <a:endParaRPr lang="en-US" altLang="zh-CN" sz="1900" b="1" dirty="0">
              <a:solidFill>
                <a:srgbClr val="000000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  <a:p>
            <a:pPr algn="ctr">
              <a:lnSpc>
                <a:spcPts val="2000"/>
              </a:lnSpc>
            </a:pPr>
            <a:r>
              <a:rPr lang="zh-CN" altLang="zh-CN" sz="1900" b="1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for </a:t>
            </a:r>
            <a:r>
              <a:rPr lang="zh-CN" altLang="zh-CN" sz="1900" b="1" dirty="0">
                <a:solidFill>
                  <a:srgbClr val="C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Universal</a:t>
            </a:r>
            <a:r>
              <a:rPr lang="zh-CN" altLang="zh-CN" sz="1900" b="1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Jailbreak against Large </a:t>
            </a:r>
            <a:r>
              <a:rPr lang="zh-CN" altLang="zh-CN" sz="1900" b="1" dirty="0">
                <a:solidFill>
                  <a:srgbClr val="C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Audio</a:t>
            </a:r>
            <a:r>
              <a:rPr lang="zh-CN" altLang="zh-CN" sz="1900" b="1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Language Models </a:t>
            </a:r>
            <a:endParaRPr lang="en-US" altLang="zh-CN" sz="1900" b="1" dirty="0">
              <a:solidFill>
                <a:srgbClr val="000000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  <a:p>
            <a:pPr algn="ctr">
              <a:lnSpc>
                <a:spcPts val="2600"/>
              </a:lnSpc>
            </a:pPr>
            <a:r>
              <a:rPr lang="en-US" altLang="zh-CN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Yanyun Wang</a:t>
            </a:r>
            <a:r>
              <a:rPr lang="en-US" altLang="zh-CN" baseline="30000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*    Yu Huang</a:t>
            </a:r>
            <a:r>
              <a:rPr lang="en-US" altLang="zh-CN" baseline="30000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*    Zi Liang</a:t>
            </a:r>
            <a:r>
              <a:rPr lang="en-US" altLang="zh-CN" baseline="30000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   Xixin Wu</a:t>
            </a:r>
            <a:r>
              <a:rPr lang="en-US" altLang="zh-CN" baseline="30000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   Li Liu</a:t>
            </a:r>
            <a:r>
              <a:rPr lang="en-US" altLang="zh-CN" baseline="30000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1</a:t>
            </a:r>
            <a:r>
              <a:rPr lang="zh-CN" altLang="zh-CN" baseline="30000" dirty="0"/>
              <a:t>†</a:t>
            </a:r>
            <a:endParaRPr lang="en-US" altLang="zh-CN" baseline="30000" dirty="0">
              <a:solidFill>
                <a:srgbClr val="000000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  <a:p>
            <a:pPr algn="ctr">
              <a:lnSpc>
                <a:spcPts val="2400"/>
              </a:lnSpc>
            </a:pPr>
            <a:r>
              <a:rPr lang="en-US" altLang="zh-CN" baseline="30000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1 </a:t>
            </a:r>
            <a:r>
              <a:rPr lang="en-US" altLang="zh-CN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HKUST (GZ)    </a:t>
            </a:r>
            <a:r>
              <a:rPr lang="en-US" altLang="zh-CN" baseline="30000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2 </a:t>
            </a:r>
            <a:r>
              <a:rPr lang="en-US" altLang="zh-CN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HK PolyU    </a:t>
            </a:r>
            <a:r>
              <a:rPr lang="en-US" altLang="zh-CN" baseline="30000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3 </a:t>
            </a:r>
            <a:r>
              <a:rPr lang="en-US" altLang="zh-CN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CUHK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31483E5-F2C5-4379-8A16-9EA14FDE42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79" t="231" r="49944" b="-4114"/>
          <a:stretch>
            <a:fillRect/>
          </a:stretch>
        </p:blipFill>
        <p:spPr>
          <a:xfrm>
            <a:off x="14273534" y="288353"/>
            <a:ext cx="671827" cy="88705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D2A0B99B-BC1C-F044-281F-7116721FAE11}"/>
              </a:ext>
            </a:extLst>
          </p:cNvPr>
          <p:cNvSpPr/>
          <p:nvPr/>
        </p:nvSpPr>
        <p:spPr>
          <a:xfrm>
            <a:off x="9869054" y="1615427"/>
            <a:ext cx="8260723" cy="34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Comic Sans MS" panose="030F0702030302020204" pitchFamily="66" charset="0"/>
              </a:rPr>
              <a:t>Method (</a:t>
            </a:r>
            <a:r>
              <a:rPr lang="en-US" altLang="zh-CN" sz="1600" b="1" dirty="0">
                <a:latin typeface="Comic Sans MS" panose="030F0702030302020204" pitchFamily="66" charset="0"/>
              </a:rPr>
              <a:t>Acoustic Interference Attack, AIA</a:t>
            </a:r>
            <a:r>
              <a:rPr lang="en-US" altLang="zh-CN" b="1" dirty="0">
                <a:latin typeface="Comic Sans MS" panose="030F0702030302020204" pitchFamily="66" charset="0"/>
              </a:rPr>
              <a:t>)</a:t>
            </a:r>
            <a:endParaRPr lang="zh-CN" altLang="en-US" b="1" dirty="0">
              <a:latin typeface="Comic Sans MS" panose="030F0702030302020204" pitchFamily="66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B05BB5F-5DEE-DA3E-635E-C616E433808F}"/>
              </a:ext>
            </a:extLst>
          </p:cNvPr>
          <p:cNvSpPr/>
          <p:nvPr/>
        </p:nvSpPr>
        <p:spPr>
          <a:xfrm>
            <a:off x="9869054" y="6244741"/>
            <a:ext cx="8260723" cy="34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Comic Sans MS" panose="030F0702030302020204" pitchFamily="66" charset="0"/>
              </a:rPr>
              <a:t>Evaluation (</a:t>
            </a:r>
            <a:r>
              <a:rPr lang="en-US" altLang="zh-CN" sz="1600" b="1" dirty="0">
                <a:latin typeface="Comic Sans MS" panose="030F0702030302020204" pitchFamily="66" charset="0"/>
              </a:rPr>
              <a:t>JBB data, 10 LALMs, 9 baselines, 2 safeguard models</a:t>
            </a:r>
            <a:r>
              <a:rPr lang="en-US" altLang="zh-CN" b="1" dirty="0">
                <a:latin typeface="Comic Sans MS" panose="030F0702030302020204" pitchFamily="66" charset="0"/>
              </a:rPr>
              <a:t>)</a:t>
            </a:r>
            <a:endParaRPr lang="zh-CN" altLang="en-US" b="1" dirty="0">
              <a:latin typeface="Comic Sans MS" panose="030F0702030302020204" pitchFamily="66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C69E07E-FC6B-2917-2697-8708D315B301}"/>
              </a:ext>
            </a:extLst>
          </p:cNvPr>
          <p:cNvSpPr txBox="1"/>
          <p:nvPr/>
        </p:nvSpPr>
        <p:spPr>
          <a:xfrm>
            <a:off x="157657" y="9776073"/>
            <a:ext cx="11556123" cy="589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zh-CN" sz="1500" b="1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[Acknowledgements] </a:t>
            </a:r>
            <a:r>
              <a:rPr lang="en-US" altLang="zh-CN" sz="1500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This work was supported by the National Natural Science Foundation of China (No. 62471420), </a:t>
            </a:r>
            <a:r>
              <a:rPr lang="en-US" altLang="zh-CN" sz="1500" dirty="0" err="1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GuangDong</a:t>
            </a:r>
            <a:r>
              <a:rPr lang="en-US" altLang="zh-CN" sz="1500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Basic and Applied Basic Research Foundation (2025A1515012296), and 2025 Tencent AI Lab Rhino-Bird Program.</a:t>
            </a:r>
            <a:endParaRPr lang="zh-CN" altLang="en-US" sz="1500" dirty="0">
              <a:solidFill>
                <a:srgbClr val="000000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793CCAB-F7E9-8308-8810-B1A939A42DA9}"/>
              </a:ext>
            </a:extLst>
          </p:cNvPr>
          <p:cNvSpPr txBox="1"/>
          <p:nvPr/>
        </p:nvSpPr>
        <p:spPr>
          <a:xfrm>
            <a:off x="11865729" y="9776072"/>
            <a:ext cx="6456375" cy="565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500" b="1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[Project Page &amp; Code] </a:t>
            </a:r>
            <a:r>
              <a:rPr lang="en-US" altLang="zh-CN" sz="1500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https://flaai.github.io/AIA_page</a:t>
            </a:r>
          </a:p>
          <a:p>
            <a:pPr>
              <a:lnSpc>
                <a:spcPts val="2000"/>
              </a:lnSpc>
            </a:pPr>
            <a:r>
              <a:rPr lang="en-US" altLang="zh-CN" sz="1500" b="1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[Email] </a:t>
            </a:r>
            <a:r>
              <a:rPr lang="en-US" altLang="zh-CN" sz="1500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ywang856@connect.hkust-gz.edu.cn; avrillliu@hkust-gz.edu.cn</a:t>
            </a:r>
            <a:endParaRPr lang="zh-CN" altLang="en-US" sz="1500" dirty="0"/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4104A4C7-6152-ACCF-3C45-654E9EAE6085}"/>
              </a:ext>
            </a:extLst>
          </p:cNvPr>
          <p:cNvCxnSpPr>
            <a:cxnSpLocks/>
          </p:cNvCxnSpPr>
          <p:nvPr/>
        </p:nvCxnSpPr>
        <p:spPr>
          <a:xfrm>
            <a:off x="-1" y="9723523"/>
            <a:ext cx="1843246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032BD329-3521-D049-D422-617B6E339F93}"/>
              </a:ext>
            </a:extLst>
          </p:cNvPr>
          <p:cNvSpPr txBox="1"/>
          <p:nvPr/>
        </p:nvSpPr>
        <p:spPr>
          <a:xfrm>
            <a:off x="4775444" y="2035396"/>
            <a:ext cx="4836508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This work challenges the current knowledge of </a:t>
            </a:r>
            <a:r>
              <a:rPr lang="zh-CN" altLang="zh-CN" sz="1200" dirty="0">
                <a:solidFill>
                  <a:srgbClr val="C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contentcentric audio</a:t>
            </a:r>
            <a:r>
              <a:rPr lang="zh-CN" altLang="zh-CN" sz="1200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in LALM </a:t>
            </a:r>
            <a:r>
              <a:rPr lang="zh-CN" altLang="zh-CN" sz="1200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jailbreak, exposing a novel fundamental vulnerability in the cross-modal safety alignment of LALMs. 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  <a:p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  <a:p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  <a:p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  <a:p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  <a:p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  <a:p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Acoustic Latent Semantic (ALS), </a:t>
            </a:r>
            <a:r>
              <a:rPr lang="en-US" altLang="zh-CN" sz="1200" dirty="0">
                <a:solidFill>
                  <a:srgbClr val="C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n</a:t>
            </a:r>
            <a:r>
              <a:rPr lang="zh-CN" altLang="zh-CN" sz="1200" dirty="0">
                <a:solidFill>
                  <a:srgbClr val="C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ative</a:t>
            </a:r>
            <a:r>
              <a:rPr lang="zh-CN" altLang="zh-CN" sz="1200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paralinguistic features mined from generative priors</a:t>
            </a: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, </a:t>
            </a:r>
            <a:r>
              <a:rPr lang="zh-CN" altLang="zh-CN" sz="1200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can act as </a:t>
            </a:r>
            <a:r>
              <a:rPr lang="zh-CN" altLang="zh-CN" sz="1200" dirty="0">
                <a:solidFill>
                  <a:srgbClr val="C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universal</a:t>
            </a:r>
            <a:r>
              <a:rPr lang="zh-CN" altLang="zh-CN" sz="1200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triggers that </a:t>
            </a:r>
            <a:r>
              <a:rPr lang="zh-CN" altLang="zh-CN" sz="1200" dirty="0">
                <a:solidFill>
                  <a:srgbClr val="C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decouple</a:t>
            </a: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attack payload from audio modality. 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  <a:p>
            <a:endParaRPr lang="en-US" altLang="zh-CN" sz="500" dirty="0">
              <a:solidFill>
                <a:srgbClr val="000000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An interference audio </a:t>
            </a:r>
            <a:r>
              <a:rPr lang="en-US" altLang="zh-CN" sz="1200" dirty="0">
                <a:solidFill>
                  <a:srgbClr val="C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styled</a:t>
            </a: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by ALS can </a:t>
            </a:r>
            <a:r>
              <a:rPr lang="zh-CN" altLang="zh-CN" sz="1200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induce a </a:t>
            </a:r>
            <a:r>
              <a:rPr lang="zh-CN" altLang="zh-CN" sz="1200" dirty="0">
                <a:solidFill>
                  <a:srgbClr val="C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drift</a:t>
            </a:r>
            <a:r>
              <a:rPr lang="zh-CN" altLang="zh-CN" sz="1200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of LALM inference away from safety-aligned states even when </a:t>
            </a: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the semantic </a:t>
            </a:r>
            <a:r>
              <a:rPr lang="zh-CN" altLang="zh-CN" sz="1200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content</a:t>
            </a: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of the audio</a:t>
            </a:r>
            <a:r>
              <a:rPr lang="zh-CN" altLang="zh-CN" sz="1200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remains </a:t>
            </a:r>
            <a:r>
              <a:rPr lang="zh-CN" altLang="zh-CN" sz="1200" dirty="0">
                <a:solidFill>
                  <a:srgbClr val="C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benign</a:t>
            </a:r>
            <a:r>
              <a:rPr lang="zh-CN" altLang="zh-CN" sz="1200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.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B7CAB31-75A6-1DEC-4F35-0E2C99F4E8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50" y="331388"/>
            <a:ext cx="2560819" cy="83482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CA5741E-7FA3-60A4-A577-5BD95F3CE9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172" b="-7456"/>
          <a:stretch>
            <a:fillRect/>
          </a:stretch>
        </p:blipFill>
        <p:spPr>
          <a:xfrm>
            <a:off x="15417120" y="336382"/>
            <a:ext cx="879520" cy="86950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5FD0A16-5437-35C5-4573-23357DBD12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8974" y="78765"/>
            <a:ext cx="1376656" cy="1376656"/>
          </a:xfrm>
          <a:prstGeom prst="rect">
            <a:avLst/>
          </a:prstGeom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5AA261C-B2BC-BCDB-1ECD-3827A0B4643E}"/>
              </a:ext>
            </a:extLst>
          </p:cNvPr>
          <p:cNvCxnSpPr>
            <a:cxnSpLocks/>
          </p:cNvCxnSpPr>
          <p:nvPr/>
        </p:nvCxnSpPr>
        <p:spPr>
          <a:xfrm>
            <a:off x="0" y="1475306"/>
            <a:ext cx="1843246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5181C668-7E98-2901-43A2-ACC40206C6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3756" y="6649795"/>
            <a:ext cx="5472096" cy="199660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30DAABA-D5FE-FF31-1681-9E2CC14A7C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69049" y="2039678"/>
            <a:ext cx="8260723" cy="245103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594B973D-9B96-E66C-A57E-DD7D05AA0D3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67009" y="4597999"/>
            <a:ext cx="5152604" cy="1519525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5A7B3711-2620-0800-3B04-C9ADF2D0B736}"/>
              </a:ext>
            </a:extLst>
          </p:cNvPr>
          <p:cNvSpPr txBox="1"/>
          <p:nvPr/>
        </p:nvSpPr>
        <p:spPr>
          <a:xfrm>
            <a:off x="9720395" y="4737086"/>
            <a:ext cx="31624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How did we </a:t>
            </a:r>
            <a:r>
              <a:rPr lang="en-US" altLang="zh-CN" sz="1200" dirty="0">
                <a:solidFill>
                  <a:srgbClr val="C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find</a:t>
            </a: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the “Acoustic Interference” vulnerability</a:t>
            </a:r>
          </a:p>
          <a:p>
            <a:pPr algn="ctr"/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(i.e., </a:t>
            </a:r>
            <a:r>
              <a:rPr lang="zh-CN" altLang="zh-CN" sz="1200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ALS can cause a drift in safety alignment path of LALM inference</a:t>
            </a: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)?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5D9EBFD-A6E6-B1EB-BE5D-821F7D41334E}"/>
              </a:ext>
            </a:extLst>
          </p:cNvPr>
          <p:cNvSpPr txBox="1"/>
          <p:nvPr/>
        </p:nvSpPr>
        <p:spPr>
          <a:xfrm>
            <a:off x="9869048" y="5636243"/>
            <a:ext cx="30138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How did we </a:t>
            </a:r>
            <a:r>
              <a:rPr lang="en-US" altLang="zh-CN" sz="1200" dirty="0">
                <a:solidFill>
                  <a:srgbClr val="C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utilize</a:t>
            </a: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that vulnerability for the new jailbreak attack paradigm?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71D3088E-9DFA-2F07-3A76-9B8838CED20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2690" y="2012671"/>
            <a:ext cx="4364312" cy="2909542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7FE1C71C-84F2-7773-CB07-28C13BD45C6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2156"/>
          <a:stretch>
            <a:fillRect/>
          </a:stretch>
        </p:blipFill>
        <p:spPr>
          <a:xfrm>
            <a:off x="1127755" y="5001354"/>
            <a:ext cx="8484197" cy="4621897"/>
          </a:xfrm>
          <a:prstGeom prst="rect">
            <a:avLst/>
          </a:prstGeom>
        </p:spPr>
      </p:pic>
      <p:sp>
        <p:nvSpPr>
          <p:cNvPr id="46" name="矩形 45">
            <a:extLst>
              <a:ext uri="{FF2B5EF4-FFF2-40B4-BE49-F238E27FC236}">
                <a16:creationId xmlns:a16="http://schemas.microsoft.com/office/drawing/2014/main" id="{60F9B55F-D443-4042-750F-CD773A2A90AF}"/>
              </a:ext>
            </a:extLst>
          </p:cNvPr>
          <p:cNvSpPr/>
          <p:nvPr/>
        </p:nvSpPr>
        <p:spPr>
          <a:xfrm rot="16200000">
            <a:off x="-1584153" y="6989304"/>
            <a:ext cx="4522930" cy="68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Comic Sans MS" panose="030F0702030302020204" pitchFamily="66" charset="0"/>
              </a:rPr>
              <a:t>The Construction Process of the</a:t>
            </a:r>
          </a:p>
          <a:p>
            <a:pPr algn="ctr"/>
            <a:r>
              <a:rPr lang="en-US" altLang="zh-CN" b="1" dirty="0">
                <a:latin typeface="Comic Sans MS" panose="030F0702030302020204" pitchFamily="66" charset="0"/>
              </a:rPr>
              <a:t>Acoustic Latent Semantic Arsenal</a:t>
            </a:r>
            <a:endParaRPr lang="zh-CN" altLang="en-US" b="1" dirty="0">
              <a:latin typeface="Comic Sans MS" panose="030F0702030302020204" pitchFamily="66" charset="0"/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F31EEEB1-347D-C483-D713-B2CB92BCC7E6}"/>
              </a:ext>
            </a:extLst>
          </p:cNvPr>
          <p:cNvCxnSpPr/>
          <p:nvPr/>
        </p:nvCxnSpPr>
        <p:spPr>
          <a:xfrm>
            <a:off x="12730480" y="5760720"/>
            <a:ext cx="216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16F2B09-40A2-F569-8C71-51DD63907F9A}"/>
              </a:ext>
            </a:extLst>
          </p:cNvPr>
          <p:cNvCxnSpPr>
            <a:cxnSpLocks/>
          </p:cNvCxnSpPr>
          <p:nvPr/>
        </p:nvCxnSpPr>
        <p:spPr>
          <a:xfrm flipV="1">
            <a:off x="11308080" y="4532558"/>
            <a:ext cx="0" cy="216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>
            <a:extLst>
              <a:ext uri="{FF2B5EF4-FFF2-40B4-BE49-F238E27FC236}">
                <a16:creationId xmlns:a16="http://schemas.microsoft.com/office/drawing/2014/main" id="{5C38B813-E89A-6EA6-8244-C317D79F144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511"/>
          <a:stretch>
            <a:fillRect/>
          </a:stretch>
        </p:blipFill>
        <p:spPr>
          <a:xfrm>
            <a:off x="9805890" y="6669770"/>
            <a:ext cx="2895979" cy="1976632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ED7CFAD1-0A85-E9C5-8E03-318D4C55C33E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b="38679"/>
          <a:stretch>
            <a:fillRect/>
          </a:stretch>
        </p:blipFill>
        <p:spPr>
          <a:xfrm>
            <a:off x="9818248" y="8715602"/>
            <a:ext cx="3318632" cy="871638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298DD716-A579-FFF5-0FB9-4AEBFF490E00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b="15287"/>
          <a:stretch>
            <a:fillRect/>
          </a:stretch>
        </p:blipFill>
        <p:spPr>
          <a:xfrm>
            <a:off x="13299439" y="8699684"/>
            <a:ext cx="4734779" cy="943885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B9DA8694-876C-096B-AD7E-A53B432A525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95764" y="2729411"/>
            <a:ext cx="4724156" cy="86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570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414</TotalTime>
  <Words>276</Words>
  <Application>Microsoft Office PowerPoint</Application>
  <PresentationFormat>自定义</PresentationFormat>
  <Paragraphs>25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Comic Sans MS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Yanyun Wang</dc:creator>
  <cp:lastModifiedBy>Yanyun Wang</cp:lastModifiedBy>
  <cp:revision>12</cp:revision>
  <dcterms:created xsi:type="dcterms:W3CDTF">2025-10-06T14:44:09Z</dcterms:created>
  <dcterms:modified xsi:type="dcterms:W3CDTF">2026-06-30T13:34:56Z</dcterms:modified>
</cp:coreProperties>
</file>